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3" r:id="rId1"/>
  </p:sldMasterIdLst>
  <p:sldIdLst>
    <p:sldId id="256" r:id="rId2"/>
    <p:sldId id="257" r:id="rId3"/>
    <p:sldId id="262" r:id="rId4"/>
    <p:sldId id="263" r:id="rId5"/>
    <p:sldId id="268" r:id="rId6"/>
    <p:sldId id="269" r:id="rId7"/>
    <p:sldId id="264" r:id="rId8"/>
    <p:sldId id="267"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7" d="100"/>
          <a:sy n="107" d="100"/>
        </p:scale>
        <p:origin x="69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869463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944589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011428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126728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195490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987702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4231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3192333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4169755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650503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78301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139307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07171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7902015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144877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4214863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DCF00BD-1168-4E9D-8CE7-0332C6AB0A70}" type="datetimeFigureOut">
              <a:rPr kumimoji="1" lang="ja-JP" altLang="en-US" smtClean="0"/>
              <a:t>2026/2/14</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3957997316"/>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Lst>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B0B2EB-A16B-A892-BCC5-EB58EEB8A007}"/>
              </a:ext>
            </a:extLst>
          </p:cNvPr>
          <p:cNvSpPr>
            <a:spLocks noGrp="1"/>
          </p:cNvSpPr>
          <p:nvPr>
            <p:ph type="ctrTitle"/>
          </p:nvPr>
        </p:nvSpPr>
        <p:spPr>
          <a:xfrm>
            <a:off x="1507066" y="1397000"/>
            <a:ext cx="8915399" cy="2653836"/>
          </a:xfrm>
        </p:spPr>
        <p:txBody>
          <a:bodyPr>
            <a:normAutofit/>
          </a:bodyPr>
          <a:lstStyle/>
          <a:p>
            <a:r>
              <a:rPr lang="ja-JP" altLang="en-US"/>
              <a:t>短い楽曲フレーズにおける</a:t>
            </a:r>
            <a:r>
              <a:rPr kumimoji="1" lang="ja-JP" altLang="en-US"/>
              <a:t>感情測定</a:t>
            </a:r>
          </a:p>
        </p:txBody>
      </p:sp>
      <p:sp>
        <p:nvSpPr>
          <p:cNvPr id="3" name="字幕 2">
            <a:extLst>
              <a:ext uri="{FF2B5EF4-FFF2-40B4-BE49-F238E27FC236}">
                <a16:creationId xmlns:a16="http://schemas.microsoft.com/office/drawing/2014/main" id="{CB38CCDC-1B44-3786-FD9E-B7215BD0748B}"/>
              </a:ext>
            </a:extLst>
          </p:cNvPr>
          <p:cNvSpPr>
            <a:spLocks noGrp="1"/>
          </p:cNvSpPr>
          <p:nvPr>
            <p:ph type="subTitle" idx="1"/>
          </p:nvPr>
        </p:nvSpPr>
        <p:spPr/>
        <p:txBody>
          <a:bodyPr>
            <a:normAutofit/>
          </a:bodyPr>
          <a:lstStyle/>
          <a:p>
            <a:r>
              <a:rPr kumimoji="1" lang="en-US" altLang="ja-JP" sz="3600" dirty="0"/>
              <a:t>230024</a:t>
            </a:r>
            <a:r>
              <a:rPr kumimoji="1" lang="ja-JP" altLang="en-US" sz="3600" dirty="0"/>
              <a:t>　時永洋輔</a:t>
            </a:r>
          </a:p>
        </p:txBody>
      </p:sp>
    </p:spTree>
    <p:extLst>
      <p:ext uri="{BB962C8B-B14F-4D97-AF65-F5344CB8AC3E}">
        <p14:creationId xmlns:p14="http://schemas.microsoft.com/office/powerpoint/2010/main" val="419754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58DCF9-FE59-CD00-A7D4-748E74EAB7CB}"/>
              </a:ext>
            </a:extLst>
          </p:cNvPr>
          <p:cNvSpPr>
            <a:spLocks noGrp="1"/>
          </p:cNvSpPr>
          <p:nvPr>
            <p:ph type="title"/>
          </p:nvPr>
        </p:nvSpPr>
        <p:spPr>
          <a:xfrm>
            <a:off x="2058592" y="501955"/>
            <a:ext cx="8074815" cy="1618489"/>
          </a:xfrm>
        </p:spPr>
        <p:txBody>
          <a:bodyPr anchor="ctr">
            <a:normAutofit/>
          </a:bodyPr>
          <a:lstStyle/>
          <a:p>
            <a:pPr algn="ctr"/>
            <a:r>
              <a:rPr lang="ja-JP" altLang="en-US" sz="6000" dirty="0"/>
              <a:t>概要</a:t>
            </a:r>
            <a:endParaRPr kumimoji="1" lang="ja-JP" altLang="en-US" sz="6000" dirty="0"/>
          </a:p>
        </p:txBody>
      </p:sp>
      <p:sp>
        <p:nvSpPr>
          <p:cNvPr id="3" name="コンテンツ プレースホルダー 2">
            <a:extLst>
              <a:ext uri="{FF2B5EF4-FFF2-40B4-BE49-F238E27FC236}">
                <a16:creationId xmlns:a16="http://schemas.microsoft.com/office/drawing/2014/main" id="{612D6310-FE04-DE1A-B9A2-AC330D88049B}"/>
              </a:ext>
            </a:extLst>
          </p:cNvPr>
          <p:cNvSpPr>
            <a:spLocks noGrp="1"/>
          </p:cNvSpPr>
          <p:nvPr>
            <p:ph idx="1"/>
          </p:nvPr>
        </p:nvSpPr>
        <p:spPr>
          <a:xfrm>
            <a:off x="1285240" y="2502569"/>
            <a:ext cx="9864023" cy="3267296"/>
          </a:xfrm>
        </p:spPr>
        <p:txBody>
          <a:bodyPr anchor="t">
            <a:normAutofit/>
          </a:bodyPr>
          <a:lstStyle/>
          <a:p>
            <a:pPr marL="0" indent="0">
              <a:buNone/>
            </a:pPr>
            <a:r>
              <a:rPr kumimoji="1" lang="ja-JP" altLang="en-US" sz="3600" dirty="0"/>
              <a:t>　あらかじめ指定した６つのヒントに合う曲を、ゲーム内で作成し、それが下記のヒントとどれほど一致しているかを判定する。</a:t>
            </a:r>
            <a:endParaRPr kumimoji="1" lang="en-US" altLang="ja-JP" sz="3600" dirty="0"/>
          </a:p>
        </p:txBody>
      </p:sp>
    </p:spTree>
    <p:extLst>
      <p:ext uri="{BB962C8B-B14F-4D97-AF65-F5344CB8AC3E}">
        <p14:creationId xmlns:p14="http://schemas.microsoft.com/office/powerpoint/2010/main" val="4212395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F77268-5080-2000-F745-EBF88C88B8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BAFE9A3-41C6-FDAC-872D-845908035631}"/>
              </a:ext>
            </a:extLst>
          </p:cNvPr>
          <p:cNvSpPr>
            <a:spLocks noGrp="1"/>
          </p:cNvSpPr>
          <p:nvPr>
            <p:ph type="title"/>
          </p:nvPr>
        </p:nvSpPr>
        <p:spPr>
          <a:xfrm>
            <a:off x="1333502" y="609600"/>
            <a:ext cx="8596668" cy="1320800"/>
          </a:xfrm>
        </p:spPr>
        <p:txBody>
          <a:bodyPr>
            <a:normAutofit/>
          </a:bodyPr>
          <a:lstStyle/>
          <a:p>
            <a:pPr algn="ctr"/>
            <a:r>
              <a:rPr lang="ja-JP" altLang="en-US" sz="5400" dirty="0"/>
              <a:t>テーマ決定の動機</a:t>
            </a:r>
            <a:endParaRPr kumimoji="1" lang="ja-JP" altLang="en-US" sz="5400" dirty="0"/>
          </a:p>
        </p:txBody>
      </p:sp>
      <p:sp>
        <p:nvSpPr>
          <p:cNvPr id="3" name="コンテンツ プレースホルダー 2">
            <a:extLst>
              <a:ext uri="{FF2B5EF4-FFF2-40B4-BE49-F238E27FC236}">
                <a16:creationId xmlns:a16="http://schemas.microsoft.com/office/drawing/2014/main" id="{1EE3AE15-AEDA-A5E4-9C3A-AFA52638D705}"/>
              </a:ext>
            </a:extLst>
          </p:cNvPr>
          <p:cNvSpPr>
            <a:spLocks noGrp="1"/>
          </p:cNvSpPr>
          <p:nvPr>
            <p:ph idx="1"/>
          </p:nvPr>
        </p:nvSpPr>
        <p:spPr>
          <a:xfrm>
            <a:off x="1333502" y="2160589"/>
            <a:ext cx="8596668" cy="3880773"/>
          </a:xfrm>
        </p:spPr>
        <p:txBody>
          <a:bodyPr>
            <a:normAutofit/>
          </a:bodyPr>
          <a:lstStyle/>
          <a:p>
            <a:pPr marL="0" indent="0">
              <a:buNone/>
            </a:pPr>
            <a:r>
              <a:rPr kumimoji="1" lang="ja-JP" altLang="en-US" sz="3200" dirty="0"/>
              <a:t>　機械学習について一度触れておくことは、将来的にそういった業務につかないとしても役に立つだろうと考えたため。</a:t>
            </a:r>
            <a:endParaRPr kumimoji="1" lang="en-US" altLang="ja-JP" sz="3200" dirty="0"/>
          </a:p>
          <a:p>
            <a:pPr marL="0" indent="0">
              <a:buNone/>
            </a:pPr>
            <a:r>
              <a:rPr kumimoji="1" lang="ja-JP" altLang="en-US" dirty="0"/>
              <a:t>　</a:t>
            </a:r>
          </a:p>
        </p:txBody>
      </p:sp>
    </p:spTree>
    <p:extLst>
      <p:ext uri="{BB962C8B-B14F-4D97-AF65-F5344CB8AC3E}">
        <p14:creationId xmlns:p14="http://schemas.microsoft.com/office/powerpoint/2010/main" val="2348987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AB6AAB-382E-FE41-6430-1FC3D8012D6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A5AFD4-F3A8-148D-B475-4E648DCBA532}"/>
              </a:ext>
            </a:extLst>
          </p:cNvPr>
          <p:cNvSpPr>
            <a:spLocks noGrp="1"/>
          </p:cNvSpPr>
          <p:nvPr>
            <p:ph type="title"/>
          </p:nvPr>
        </p:nvSpPr>
        <p:spPr>
          <a:xfrm>
            <a:off x="2058592" y="617458"/>
            <a:ext cx="8074815" cy="1618489"/>
          </a:xfrm>
        </p:spPr>
        <p:txBody>
          <a:bodyPr anchor="ctr">
            <a:normAutofit/>
          </a:bodyPr>
          <a:lstStyle/>
          <a:p>
            <a:pPr algn="ctr"/>
            <a:r>
              <a:rPr lang="ja-JP" altLang="en-US" sz="6000" dirty="0"/>
              <a:t>開発の初期目標</a:t>
            </a:r>
            <a:endParaRPr kumimoji="1" lang="ja-JP" altLang="en-US" sz="6000" dirty="0"/>
          </a:p>
        </p:txBody>
      </p:sp>
      <p:sp>
        <p:nvSpPr>
          <p:cNvPr id="3" name="コンテンツ プレースホルダー 2">
            <a:extLst>
              <a:ext uri="{FF2B5EF4-FFF2-40B4-BE49-F238E27FC236}">
                <a16:creationId xmlns:a16="http://schemas.microsoft.com/office/drawing/2014/main" id="{342ECC2E-CA2B-8BDF-EF90-F64FF03EE445}"/>
              </a:ext>
            </a:extLst>
          </p:cNvPr>
          <p:cNvSpPr>
            <a:spLocks noGrp="1"/>
          </p:cNvSpPr>
          <p:nvPr>
            <p:ph idx="1"/>
          </p:nvPr>
        </p:nvSpPr>
        <p:spPr>
          <a:xfrm>
            <a:off x="1285240" y="2969469"/>
            <a:ext cx="9880065" cy="2800395"/>
          </a:xfrm>
        </p:spPr>
        <p:txBody>
          <a:bodyPr anchor="t">
            <a:normAutofit/>
          </a:bodyPr>
          <a:lstStyle/>
          <a:p>
            <a:pPr marL="0" indent="0">
              <a:buNone/>
            </a:pPr>
            <a:r>
              <a:rPr kumimoji="1" lang="ja-JP" altLang="en-US" sz="3600" dirty="0"/>
              <a:t>　ゲーム内にて楽譜を作成し、それを仮想環境内にある</a:t>
            </a:r>
            <a:r>
              <a:rPr kumimoji="1" lang="en-US" altLang="ja-JP" sz="3600" dirty="0"/>
              <a:t>Python</a:t>
            </a:r>
            <a:r>
              <a:rPr lang="ja-JP" altLang="en-US" sz="3600" dirty="0"/>
              <a:t>へ渡す。そちらで楽譜を処理し</a:t>
            </a:r>
            <a:r>
              <a:rPr kumimoji="1" lang="ja-JP" altLang="en-US" sz="3600" dirty="0"/>
              <a:t>感情をゲームへ返す。</a:t>
            </a:r>
          </a:p>
        </p:txBody>
      </p:sp>
    </p:spTree>
    <p:extLst>
      <p:ext uri="{BB962C8B-B14F-4D97-AF65-F5344CB8AC3E}">
        <p14:creationId xmlns:p14="http://schemas.microsoft.com/office/powerpoint/2010/main" val="3877857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363392-6776-3723-B094-48F15ED899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554B49E-3873-7A47-276C-0B9574E16638}"/>
              </a:ext>
            </a:extLst>
          </p:cNvPr>
          <p:cNvSpPr>
            <a:spLocks noGrp="1"/>
          </p:cNvSpPr>
          <p:nvPr>
            <p:ph type="title"/>
          </p:nvPr>
        </p:nvSpPr>
        <p:spPr>
          <a:xfrm>
            <a:off x="1583089" y="576090"/>
            <a:ext cx="9025822" cy="1753224"/>
          </a:xfrm>
        </p:spPr>
        <p:txBody>
          <a:bodyPr vert="horz" lIns="91440" tIns="45720" rIns="91440" bIns="45720" rtlCol="0" anchor="ctr">
            <a:normAutofit/>
          </a:bodyPr>
          <a:lstStyle/>
          <a:p>
            <a:pPr algn="r"/>
            <a:r>
              <a:rPr lang="ja-JP" altLang="en-US" sz="6000" dirty="0"/>
              <a:t>開発の初期目標の問題点</a:t>
            </a:r>
            <a:endParaRPr kumimoji="1" lang="en-US" altLang="ja-JP" sz="6000" dirty="0"/>
          </a:p>
        </p:txBody>
      </p:sp>
      <p:sp>
        <p:nvSpPr>
          <p:cNvPr id="3" name="コンテンツ プレースホルダー 2">
            <a:extLst>
              <a:ext uri="{FF2B5EF4-FFF2-40B4-BE49-F238E27FC236}">
                <a16:creationId xmlns:a16="http://schemas.microsoft.com/office/drawing/2014/main" id="{20286B8C-E081-DDBA-6466-D2ADB53A778D}"/>
              </a:ext>
            </a:extLst>
          </p:cNvPr>
          <p:cNvSpPr>
            <a:spLocks noGrp="1"/>
          </p:cNvSpPr>
          <p:nvPr>
            <p:ph idx="1"/>
          </p:nvPr>
        </p:nvSpPr>
        <p:spPr>
          <a:xfrm>
            <a:off x="616017" y="2396691"/>
            <a:ext cx="9971772" cy="3190961"/>
          </a:xfrm>
        </p:spPr>
        <p:txBody>
          <a:bodyPr vert="horz" lIns="91440" tIns="45720" rIns="91440" bIns="45720" rtlCol="0" anchor="ctr">
            <a:noAutofit/>
          </a:bodyPr>
          <a:lstStyle/>
          <a:p>
            <a:pPr marL="0" indent="0">
              <a:buNone/>
            </a:pPr>
            <a:r>
              <a:rPr kumimoji="1" lang="ja-JP" altLang="en-US" sz="3600" cap="all" spc="200" dirty="0">
                <a:solidFill>
                  <a:schemeClr val="tx2"/>
                </a:solidFill>
                <a:latin typeface="+mj-lt"/>
              </a:rPr>
              <a:t>　ゲーム内で提示される６つのヒントのみを渡された状態から楽譜を作成する仕様となってい</a:t>
            </a:r>
            <a:r>
              <a:rPr lang="ja-JP" altLang="en-US" sz="3600" cap="all" spc="200" dirty="0">
                <a:solidFill>
                  <a:schemeClr val="tx2"/>
                </a:solidFill>
                <a:latin typeface="+mj-lt"/>
              </a:rPr>
              <a:t>る。</a:t>
            </a:r>
            <a:endParaRPr lang="en-US" altLang="ja-JP" sz="3600" cap="all" spc="200" dirty="0">
              <a:solidFill>
                <a:schemeClr val="tx2"/>
              </a:solidFill>
              <a:latin typeface="+mj-lt"/>
            </a:endParaRPr>
          </a:p>
          <a:p>
            <a:pPr marL="0" indent="0">
              <a:buNone/>
            </a:pPr>
            <a:r>
              <a:rPr kumimoji="1" lang="ja-JP" altLang="en-US" sz="3600" cap="all" spc="200" dirty="0">
                <a:solidFill>
                  <a:schemeClr val="tx2"/>
                </a:solidFill>
                <a:latin typeface="+mj-lt"/>
              </a:rPr>
              <a:t>　非常に難解で、音楽知識を前提としている。</a:t>
            </a:r>
          </a:p>
        </p:txBody>
      </p:sp>
    </p:spTree>
    <p:extLst>
      <p:ext uri="{BB962C8B-B14F-4D97-AF65-F5344CB8AC3E}">
        <p14:creationId xmlns:p14="http://schemas.microsoft.com/office/powerpoint/2010/main" val="2578117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C29C9D-8397-D6AC-3B4D-BABDBD569E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9B2CF8-2C61-A81C-135B-2C2DC9DBE9EB}"/>
              </a:ext>
            </a:extLst>
          </p:cNvPr>
          <p:cNvSpPr>
            <a:spLocks noGrp="1"/>
          </p:cNvSpPr>
          <p:nvPr>
            <p:ph type="title"/>
          </p:nvPr>
        </p:nvSpPr>
        <p:spPr>
          <a:xfrm>
            <a:off x="1399789" y="648587"/>
            <a:ext cx="9392421" cy="1330841"/>
          </a:xfrm>
        </p:spPr>
        <p:txBody>
          <a:bodyPr>
            <a:normAutofit/>
          </a:bodyPr>
          <a:lstStyle/>
          <a:p>
            <a:pPr algn="ctr"/>
            <a:r>
              <a:rPr lang="ja-JP" altLang="en-US" sz="5400" dirty="0"/>
              <a:t>改善後の概要</a:t>
            </a:r>
            <a:endParaRPr kumimoji="1" lang="ja-JP" altLang="en-US" sz="5400" dirty="0"/>
          </a:p>
        </p:txBody>
      </p:sp>
      <p:sp>
        <p:nvSpPr>
          <p:cNvPr id="3" name="コンテンツ プレースホルダー 2">
            <a:extLst>
              <a:ext uri="{FF2B5EF4-FFF2-40B4-BE49-F238E27FC236}">
                <a16:creationId xmlns:a16="http://schemas.microsoft.com/office/drawing/2014/main" id="{9C1FCCE2-D79F-4BB1-54CF-F8E2C22DF815}"/>
              </a:ext>
            </a:extLst>
          </p:cNvPr>
          <p:cNvSpPr>
            <a:spLocks noGrp="1"/>
          </p:cNvSpPr>
          <p:nvPr>
            <p:ph idx="1"/>
          </p:nvPr>
        </p:nvSpPr>
        <p:spPr>
          <a:xfrm>
            <a:off x="537738" y="2117558"/>
            <a:ext cx="4958966" cy="3917773"/>
          </a:xfrm>
        </p:spPr>
        <p:txBody>
          <a:bodyPr>
            <a:normAutofit/>
          </a:bodyPr>
          <a:lstStyle/>
          <a:p>
            <a:pPr marL="0" indent="0">
              <a:buNone/>
            </a:pPr>
            <a:r>
              <a:rPr lang="ja-JP" altLang="en-US" sz="3200" dirty="0"/>
              <a:t>　ゲーム内に６種のヒントを選択できるトグルボタンを配置。</a:t>
            </a:r>
            <a:endParaRPr lang="en-US" altLang="ja-JP" sz="3200" dirty="0"/>
          </a:p>
          <a:p>
            <a:pPr marL="0" indent="0">
              <a:buNone/>
            </a:pPr>
            <a:r>
              <a:rPr lang="ja-JP" altLang="en-US" sz="3200" dirty="0"/>
              <a:t>　ヒントに応じたテンプレ楽譜を設置する機能を追加。　　　　　　　　　　　</a:t>
            </a:r>
            <a:r>
              <a:rPr lang="ja-JP" altLang="en-US" sz="2000" dirty="0"/>
              <a:t>　　　　　　　　　　　　　　　　　　　　　　　　　　　　　　　　　　　　　　　　　　　　　　　　　　　　　　　　　　　　　　　　　　　　　　　　　　　　　　　　　　　　　　　　　　　　　　　　　　　　　　　　　　　　　　　　　　　　　　　　　　　　　　　　　　　　　　　　　　　　　　　　　　　　　　　　　　　　　　　　　　　　　　　　　　　　　　　　　　　　　　　　　　　　　　　　　　　　　　　　　　　　　　　　　　　　　　　　　　　　　　　　　　　　　　　　　　　　　　　　　　　　　　　　　　　　　　　　　　　　　　　　　　　　　　　　　　　　　　　　　　　　　　　　　　　　　　　　　　　　　　　　　　　　　　　　　　　　　　　　　　　　　　　　　　　　　　　　　　　　　　　　　　　　　　　　　　　　　　　　　　　　　　　　　　　　　　　　　　　　　　　　　　　　　　　　　　　　　　　　　　　　　　　　　　　　　　　　　　　　　　　　　　　　　　　　　　　　　　　　　　　　　　　　　　　　　　　　　　　　　　　　　　　　　　　　　　　　　　　　　　　　　　　　　　　　　　　　　　　　　　　　　　　　　　　　　　　　　　　　　　　　　　　　　　　　　　　　　　　　　　　　　　　　　　　　　　　　　　　　　　　　　　　　　　　　　　　　　　　　　　　　　　　　　　　　　　　　　　　　　　　　　　　　　　　　　　　　　　　　　　　　　　　　　　　　　　　　　　　　　　　　　　　　　　　　　　　　　　　　　　　　　　　　　　　　　　　　　　　　　　　　　　　　　　　　　　　　　　　　　　　　　　　　　　　　　　　　　　　　　　　　　　　　　　　　　　　　　　　　　　　　　　　　　　　　　　　　　　　　　　　　　　　　　　　　　　　　　　　　　　　　　　　　　　　　　　　　　　　　　　　　　　　　　　　　　　　　　　　　　　　　　　　　　　　　　　　　　　　　　　　　　　　　　　　　　　　　　　　　　　　　　　　　　　　　　　　　　　　　　　　　　　　　　　　　　　　　　　　　　　　　　　　　　　　　　　　　　　　　　　　　　　　　　　　　　　　　　　　　　　　　　　　　　　　　　　　　　　　　　　　　　　　　　　　　　　　　　　　　　　　　　　　　　　　　　　　　　　　　　　　　　　　　　　　　　　　　　　　　　　　　　　　　　　　　　　　　　　　　　　　　　　　　　　　　　　　　　　　　　　　　　　　　　　　　　　　　　　　　　　　　　　　　　　　　　　　　　　　　　　　　　　　　　　　　　　　　　　　　　　　　　　　　　　　　　　　　　　　　　　　　　　　　　　　　　　　　　　　　　　　　　　　　　　　　　　　　　　　　　　　　　　　　　　　　　　　　　　　　　　　　　　　　　　　　　　　　　　　　　　　　　　　　　　　　　　　　　　　　　　　　　　　　　　　　　　　　　　　　　　　　　　　　　　　　　　　　　　　　　　　　　　　　　　　　　　　　　　　　　　　　　　　　　　　　　　　　　　　　　　　　　　　　　　　　　　　　　　　　　　　　　　　　　　　　　　　　　　　　　　　　　　　　　　　　　　　　　　　　　　　　　　　　　　　　　　　　　　　　　　　　　　　　　　　　　　　　　　　　　　　　　　　　　　　　　　　　　　　　　　　　　　　　　　　　　　　　　　　　　　　　　　　　　　　　　　　　　　　　　　　　　　　　　　　　　　　　　　　　　　　　　　　　　　　　　　　　　　　　　　　　　　　　　　　　　　　　　　　　　　　　　　　　　　　　　　　　　　　　　　　　　　　　　　　　　　　　　　　　　　　　　　　　　　　　　　　　　　　　　　　　　　　　　　　　　　　　　　　　　　　　　　　　　　　　　　　　　　　　　　　　　　　　　　　　　　　　　　　　　　　　　　　　　　　　　　　　　　　　　　　　　　　　　　　　　　　　　　　　　　　　　　　　　　　　　　　　　　　　　　　　　　　　　　　　　　　　　　　　　　　　　　　　　　　　　　　　　　　　　　　　　　　　　　　　　　　　　　　　　　　　　　　　　　　　　　　　　　　　　　　　　　　　　　　　　　　　　　　　　　　　　　　　　　　　　　　　　　　　　　　　　　　　　　　　　　　　　　　　　　　　　　　　　　　　　　　　　　　　　　　　　　　　　　　　　　　　　　　　　　　　　　　　　　　　　　　　　　　　　　　　　　　　　　　　　　　　　　　　　　　　　　　　　　　　　　　　　　　　　　　　　　　　　　　　　　　　　　　　　　　　　　　　　　　　　　　　　　　　　　　　　　　　　　　　　　　　　　　　　　　　　　　　　　　　　　　　　　　　　　　　　　　　　　　　　　　　　　　　　　　　　　　　　　　　　　　　　　　　　　　　　　　　　　　　　　　　　　　　　　　　　　　　　　　　　　　　　　　　　　　　　　　　　　　　　　　　　　　　　　　　　　　　　　　　　　　　　　　　　　　　　　　　　　　　　　　　　　　　　　　　　　　　　　　　　　　　　　　　　　　　　　　　　　　　　　　　　　　　　　　　　　　　　　　　　　　　　　　　　　　　　　　　　　　　　　　　　　　　　　　　　　　　　　　　　　　　　　　　　　　　　　　　　　　　　　　　　　　　　　　　　　　　　　　　　　　　　　　　　　　　　　　　　　　　　　　　　　　　　　　　　　　　　　　　　　　　　　　　　　　　　　　　　　　　　　　　　　　　　　　　　　　　　　　　　　　　　　　　　　　　　　　　　　　　　　　　　　　　　　　　　　　　　　　　　　　　　　　　　　　　　　　　　　　　　　　　　　　　　　　　　　　　　　　　　　　　　　　　　　　　　　　　　　　　　　　　　　　　　　　　　　　　　　　　　　　　　　　　　　　　　　　　　　　　　　　　　　　　　　　　　　　　　　　　　　　　　　　　　　　　　　　　　　　　　　　　　　　　　　　　　　　　　　　　　　　　　　　　　　　　　　　　　　　　　　　　　　　　　　　　　　　　　　　　　　　　　　　　　　　　　　　　　　　　　　　　　　　　　　　　　　　　　　　　　　　　　　　　　　　　　　　　　　　　　　　　　　　　　　　　　　　　　　　　　　　　　　　　　　　　　　　　　　　　　　　　　　　　　　　　　　　　　　　　　　　　　　　　　　　　　　　　　　　　　　　　　　　　　　　　　　　　　　　　　　　　　　　　　　　　　　　　　　　　　　　　　　　　　　　　　　　　　　　　　　　　　　　　　　　　　　　　　　　　　　　　　　　　　　　　　　　　　　　　　　　　　　　　　　　　　　　　　　　　　　　　　　　　　　　　　　　　　　　　　　　　　　　　　　　　　　　　　　　　　　　　　　　　　　　　　　　　　　　　　　　　　　　　　　　　　　　　　　　　　　　　　　　　　　　　　　　　　　　　　　　　　　　　　　　　　　　　　　　　　　　　　　　　　　　　　　　　　　　　　　　　　　　　　　　　　　　　　　　　　　　　　　　　　　　　　　　　　　　　　　　　　　　　　　　　　　　　　　　　　　　　　　　　　　　　　　　　　　　　　　　　　　　　　　　　　　　　　　　　　　　　　　　　　　　　　　　　　　　　　　　　　　　　　　　　　　　　　　　　　　　　　　　　　　　　　　　　　　　　　　　　　　　　　　　　　　　　　　　　　　　　　　　　　　　　　　　　　　　　　　　　　　　　　　　　　　　　　　　　　　　　　　　　　　　　　　　　　　　　　　　　　　　　　　　　　　　　　　　　　　　　　　　　　　　　　　　　　　　　　　　　　　　　　　　　　　　　　　　　　　　　　　　　　　　　　　　　　　　　　　　　　　　　　　　　　　　　　　　　　　　　　　　　　　　　　　　　　　　　　　　　　　　　　　　　　　　　　　　　　　　　　　　　　　　　　　　　　　　　　　　　　　　　　　　　　　　　　　　　　　　　　　　　　　　　　　　　　　　　　　　　　　　　　　　　　　　　　　　　　　　　　　　　　　　　　　　　　　　　　　　　　　　　　　　　　　　　　　　　　　　　　　　　　　　　　　　　　　　　　　　　　　　　　　　　　　　　　　　　　　　　　　　　　　　　　　　　　　　　　　　　　　　　　　　　　　　　　　　　　　　　　　　　　　　　　　　　　　　　　　　　　　　　　　　　　　　　　　　　　　　　　　　　　　　　　　　　　　　　　　　　　　　　　　　　　　　　　　　　　　　　　　　　　　　　　　　　　　　　　　　　　　　　　　　　　　　　　　　　　　　　　　　　　　　　　　　　　　　　　　　　　　　　　　　　　　　　　　　　　　　　　　　　　　　　　　　　　　　　　　　　　　　　　　　　　　　　　　　　　　　　　　　　　　　　　　　　　　　　　　　　　　　　　　　　　　　　　　　　　　　　　　　　　　　　　　　　　　　　　　　　　　　　　　　　　　　　　　　　　　　　　　　　　　　　　　　　　　　　　　　　　　　　　　　　　　　　　　　　　　　　　　　　　　　　　　　　　　　　　　　　　　　　　　　　　　　　　　　　　　　　　　　　　　　　　　　　　　　　　　　　　　　　　　　　　　　　　　　　　　　　　　　　　　　　　　　　　　　　　　　　　　　　　　　　　　　　　　　　　　　　　　　　　　　　　　　　　　　　　　　　　　　　　　　　　　　　　　　　　　　　　　　　　　　　　　　　　　　　　　　　　　　　　　　　　　　　　　　　　　　　　　　　　　　　　　　　　　　　　　　　　　　　　　　　　　　　　　　　　　　　　　　　　　　　　　　　　　　　　　　　　　　　　　　　　　　　　　　　　　　　　　　　　　　　　　　　　　　　　　　　　　　　　　　　　　　　　　　　　　　　　　　　　　　　　　　　　　　　　　　　　　　　　　　　　　　　　　　　　　　　　　　　　　　　　　　　　　　　　　　　　　　　　　　　　　　　　　　　　　　　　　　　　　　　　　　　　　　　　　　　　　　　　　　　　　　　　　　　　　　　　　　　　　　　　　　　　　　　　　　　　　　　　　　　　　　　　　　　　　　　　　　　　　　　　　　　　　　　　　　　　　　　　　　　　　　　　　　　　　　　　　　　　　　　　　　　　　　　　　　　　　　　　　　　　　　　　　　　　　　　　　　　　　　　　　　　　　　　　　　　　　　　　　　　　　　　　　　　　　　　　　　　　　　　　　　　　　　　　　　　　　　　　　　　　　　　　　　　　　　　　　　　　　　　　　　　　　　　　　　　　　　　　　　　　　　　　　　　　　　　　　　　　　　　　　　　　　　　　　　　　　　　　　　　　　　　　　　　　　　　　　　　　　　　　　　　　　　　　　　　　　　　　　　　　　　　　　　　　　　　　　　　　　　　　　　　　　　　　　　　　　　　　　　　　　　　　　　　　　　　　　　　　　　　　　　　　　　　　　　　　　　　　　　　　　　　　　　　　　　　　　　　　　　　　　　　　　　　　　　　　　　　　　　　　　　　　　　　　　　　　　　　　　　　　　　　　　　　　　　　　　　　　　　　　　　　　　　　　　　　　　　　　　　　　　　　　　　　　　　　　　　　　　　　　　　　　　　　　　　　　　　　　　　　　　　　　　　　　　　　　　　　　　　　　　　　　　　　　　　　　　　　　　　　　　　　　　　　　　　　　　　　　　　　　　　　　　　　　　　　　　　　　　　　　　　　　　　　　　　　　　　　　　　　　　　　　　　　　　　　　　　　　　　　　　　　　　　　　　　　　　　　　　　　　　　　　　　　　　　　　　　　　　　　　　　　　　　　　　　　　　　　　　　　　　　　　　　　　　　　　　　　　　　　　　　　　　　　　　　　　　　　　　　　　　　　　　　　　　　　　　　　　　　　　　　　　　　　　　　　　　　　　　　　　　　　　　　　　　　　　　　　　　　　　　　　　　　　　　　　　　　　　　　　　　　　　　　　　　　　　　　　　　　　　　　　　　　　　　　　　　　　　　　　　　　　　　　　　　　　　　　　　　　　　　　　　　　　　　　　　　　　　　　　　　　　　　　　　　　　　　　　　　　　　　　　　　　　　　　　　　　　　　　　　　　　　　　　　　　　　　　　　　　　　　　　　　　　　　　　　　　　　　　　　　　　　　　　　　　　　　　　　　　　　　　　　　　　　　　　　　　　　　　　　　　　　　　　　　　　　　　　　　　　　　　　　　　　　　　　　　　　　　　　　　　　　　　　　　　　　　　　　　　　　　　　　　　　　　　　　　　　　　　　　　　　　　　　　　　　　　　　　　　　　　　　　　　　　　　　　　　　　　　　　　　　　　　　　　　　　　　　　　　　　　　　　　　　　　　　　　　　　　　　　　　　　　　　　　　　　　　　　　　　　　　　　　　　　　　　　　　　　　　　　　　　　　　　　　　　　　　　　　　　　　　　　　　　　　　　　　　　　　　　　　　　　　　　　　　　　　　　　　　　　　　　　　　　　　　　　　　　　　　　　　　　　　　　　　　　　　　　　　　　　　　　　　　　　　　　　　　　　　　　　　　　　　　　　　　　　　　　　　　　　　　　　　　　　　　　　　　　　　　　　　　　　　　　　　　　　　　　　　　　　　　　　　　　　　　　　　　　　　　　　　　　　　　　　　　　　　　　　　　　　　　　　　　　　　　　　　　　　　　　　　　　　　　　　　　　　　　　　　　　　　　　　　　　　　　　　　　　　　　　　　　　　　　　　　　　　　　　　　　　　　　　　　　　　　　　　　　　　　　　　　　　　　　　　　　　　　　　　　　　　　　　　　　　　　　　　　　　　　　　　　　　　　　　　　　　　　　　　　　　　　　　　　　　　　　　　　　　　　　　　　　　　　　　　　　　　　　　　　　　　　　　　　　　　　　　　　　　　　　　　　　　　　　　　　　　　　　　　　　　　　　　　　　　　　　　　　　　　　　　　　　　　　　　　　　　　　　　　　　　　　　　　　　　　　　　　　　　　　　　　　　　　　　　　　　　　　　　　　　　　　　　　　　　　　　　　　　　　　　　　　　　　　　　　　　　　　　　　　　　　　　　　　　　　　　　　　　　　　　　　　　　　　　　　　　　　　　　　　　　　　　　　　　　　　　　　　　　　　　　　　　　　　　　　　　　　　　　　　　　　　　　　　　　　　　　　　　　　　　　　　　　　　　　　　　　　　　　　　　　　　　　　　　　　　　　　　　　　　　　　　　　　　　　　　　　　　　　　　　　　　　　　　　　　　　　　　　　　　　　　　　　　　　　　　　　　　　　　　　　　　　　　　　　　　　　　　　　　　　　　　　　　　　　　　　　　　　　　　　　　　　　　　　　　　　　　　　　　　　　　　　　　　　　　　　　　　　　　　　　　　　　　　　　　　　　　　　　　　　　　　　　　　　　　　　　　　　　　　　　　　　　　　　　　　　　　　　　　　　　　　　　　　　　　　　　　　　　　　　　　　　　　　　　　　　　　　　　　　　　　　　　　　　　　　　　　　　　　　　　　　　　　　　　　　　　　　　　　　　　　　　　　　　　　　　　　　　　　　　　　　　　　　　　　　　　　　　　　　　　　　　　　　　　　　　　　　　　　　　　　　　　　　　　　　　　　　　　　　　　　　　　　　　　　　　　　　　　　　　　　　　　　　　　　　　　　　　　　　　　　　　　　　　　　　　　　　　　　　　　　　　　　　　　　　　　　　　　　　　　　　　　　　　　　　　　　　　　　　　　　　　　　　　　　　　　　　　　　　　　　　　　　　　　　　　　　　　　　　　　　　　　　　　　　　　　　　　　　　　　　　　　　　　　　　　　　　　　　　　　　　　　　　　　　　　　　　　　　　　　　　　　　　　　　　　　　　　　　　　　　　　　　　　　　　　　　　　　　　　　　　　　　　　　　　　　　　　　　　　　　　　　　　　　　　　　　　　　　　　　　　　　　　　　　　　　　　　　　　　　　　　　　　　　　　　　　　　　　　　　　　　　　　　　　　　　　　　　　　　　　　　　　　　　　　　　　　　　　　　　　　　　　　　　　　　　　　　　　　　　　　　　　　　　　　　　　　　　　　　　　　　　　　　　　　　　　　　　　　　　　　　　　　　　　　　　　　　　　　　　　　　　　　　　　　　　　　　　　　　　　　　　　　　　　　　　　　　　　　　　　　　　　　　　　　　　　　　　　　　　　　　　　　　　　　　　　　　　　　　　　　　　　　　　　　　　　　　　　　　　　　　　　　　　　　　　　　　　　　　　　　　　　　　　　　　　　　　　　　　　　　　　　　　　　　　　　　　　　　　　　　　　　　　　　　　　　　　　　　　　　　　　　　　　　　　　　　　　　　　　　　　　　　　　　　　　　　　　　　　　　　　　　　　　　　　　　　　　　　　　　　　　　　　　　　　　　　　　　　　　　　　　　　　　　　　　　　　　　　　　　　　　　　　　　　　　　　　　　　　　　　　　　　　　　　　　　　　　　　　　　　　　　　　　　　　　　　　　　　　　　　　　　　　　　　　　　　　　　　　　　　　　　　　　　　　　　　　　　　　　　　　　　　　　　　　　　　　　　　　　　　　　　　　　　　　　　　　　　　　　　　　　　　　　　　　　　　　　　　　　　　　　　　　　　　　　　　　　　　　　　　　　　　　　　　　　　　　　　　　　　　　　　　　　　　　　　　　　　　　　　　　　　　　　　　　　　　　　　　　　　　　　　　　　　　　　　　　　　　　　　　　　　　　　　　　　　　　　　　　　　　　　　　　　　　　　　　　　　　　　　　　　　　　　　　　　　　　　　　　　　　　　　　　　　　　　　　　　　　　　　　　　　　　　　　　　　　　　　　　　　　　　　　　　　　　　　　　　　　　　　　　　　　　　　　　　　　　　　　　　　　　　　　　　　　　　　　　　　　　　　　　　　　　　　　　　　　　　　　　　　　　　　　　　　　　　　　　　　　　　　　　　　　　　　　　　　　　　　　　　　　　　　　　　　　　　　　　　　　　　　　　　　　　　　　　　　　　　　　　　　　　　　　　　　　　　　　　　　　　　　　　　　　　　　　　　　　　　　　　　　　　　　　　　　　　　　　　　　　　　　　　　　　　　　　　　　　　　　　　　　　　　　　　　　　　　　　　　　　　　　　　　　　　　　　　　　　　　　　　　　　　　　　　　　　　　　　　　　　　　　　　　　　　　　　　　　　　　　　　　　　　　　　　　　　　　　　　　　　　　　　　　　　　　　　　　　　　　　　　　　　　　　　　　　　　　　　　　　　　　　　　　　　　　　　　　　　　　　　　　　　　　　　　　　　　　　　　　　　　　　　　　　　　　　　　　　　　　　　　　　　　　　　　　　　　　　　　　　　　　　　　　　　　　　　　　　　　　　　　　　　　　　　　　　　　　　　　　　　　　　　　　　　　　　　　　　　　　　　　　　　　　　　　　　　　　　　　　　　　　　　　　　　　　　　　　　　　　　　　　　　　　　　　　　　　　　　　　　　　　　　　　　　　　　　　　　　　　　　　　　　　　　　　　　　　　　　　　　　　　　　　　　　　　　　　　　　　　　　　　　　　　　　　　　　　　　　　　　　　　　　　　　　　　　　　　　　　　　　　　　　　　　　　　　　　　　　　　　　　　　　　　　　　　　　　　　　　　　　　　　　　　　　　　　　　　　　　　　　　　　　　　　　　　　　　　　　　　　　　　　　　　　　　　　　　　　　　　　　　　　　　　　　　　　　　　　　　　　　　　　　　　　　　　　　　　　　　　　　　　　　　　　　　　　　　　　　　　　　　　　　　　　　　　　　　　　　　　　　　　　　　　　　　　　　　　　　　　　　　　　　　　　　　　　　　　　　　　　　　　　　　　　　　　　　　　　　　　　　　　　　　　　　　　　　　　　　　　　　　　　　　　　　　　　　　　　　　　　　　　　　　　　　　　　　　　　　　　　　　　　　　　　　　　　　　　　　　　　　　　　　　　　　　　　　　　　　　　　　　　　　　　　　　　　　　　　　　　　　　　　　　　　　　　　　　　　　　　　　　　　　　　　　　　　　　　　　　　　　　　　　　　　　　　　　　　　　　　　　　　　　　　　　　　　　　　　　　　　　　　　　　　　　　　　　　　　　　　　　　　　　　　　　　　　　　　　　　　　　　　　　　　　　　　　　　　　　　　　　　　　　　　　　　　　　　　　　　　　　　　　　　　　　　　　　　　　　　　　　　　　　　　　　　　　　　　　　　　　　　　　　　　　　　　　　　　　　　　　　　　　　　　　　　　　　　　　　　　　　　　　　　　　　　　　　　　　　　　　　　　　　　　　　　　　　　　　　　　　　　　　　　　　　　　　　　　　　　　　　　　　　　　　　　　　　　　　　　　　　　　　　　　　　　　　　　　　　　　　　　　　　　　　　　　　　　　　　　　　　　　　　　　　　　　　　　　　　　　　　　　　　　　　　　　　　　　　　　　　　　　　　　　　　　　　　　　　　　　　　　　　　　　　　　　　　　　　　　　　　　　　　　　　　　　　　　　　　　　　　　　　　　　　　　　　　　　　　　　　　　　　　　　　　　　　　　　　　　　　　　　　　　　　　　　　　　　　　　　　　　　　　　　　　　　　　　　　　　　　　　　　　　　　　　　　　　　　　　　　　　　　　　　　　　　　　　　　　　　　　　　　　　　　　　　　　　　　　　　　　　　　　　　　　　　　　　　　　　　　　　　　　　　　　　　　　　　　　　　　　　　　　　　　　　　　　　　　　　　　　　　　　　　　　　　　　　　　　　　　　　　　　　　　　　　　　　　　　　　　　　　　　　　　　　　　　　　　　　　　　　　　　　　　　　　　　　　　　　　　　　　　　　　　　　　　　　　　　　　　　　　　　　　　　　　　　　　　　　　　　　　　　　　　　　　　　　　　　　　　　　　　　　　　　　　　　　　　　　　　　　　　　　　　　　　　　　　　　　　　　　　　　　　　　　　　　　　　　　　　　　　　　　　　　　　　　　　　　　　　　　　　　　　　　　　　　　　　　　　　　　　　　　　　　　　　　　　　　　　　　　　　　　　　　　　　　　　　　　　　　　　　　　　　　　　　　　　　　　　　　　　　　　　　　　　　　　　　　　　　　　　　　　　　　　　　　　　　　　　　　　　　　　　　　　　　　　　　　　　　　　　　　　　　　　　　　　　　　　　　　　　　　　　　　　　　　　　　　　　　　　　　　　　　　　　　　　　　　　　　　　　　　　　　　　　　　　　　　　　　　　　　　　　　　　　　　　　　　　　　　　　　　　　　　　　　　　　　　　　　　　　　　　　　　　　　　　　　　　　　　　　　　　　　　　　　　　　　　　　　　　　　　　　　　　　　　　　　　　　　　　　　　　　　　　　　　　　　　　　　　　　　　　　　　　　　　　　　　　　　　　　　　　　　　　　　　　　　　　　　　　　　　　　　　　　　　　　　　　　　　　　　　　　　　　　　　　　　　　　　　　　　　　　　　　　　　　　　　　　　　　　　　　　　　　　　　　　　　　　　　　　　　　　　　　　　　　　　　　　　　　　　　　　　　　　　　　　　　　　　　　　　　　　　　　　　　　　　　　　　　　　　　　　　　　　　　　　　　　　　　　　　　　　　　　　　　　　　　　　　　　　　　　　　　　　　　　　　　　　　　　　　　　　　　　　　　　　　　　　　　　　　　　　　　　　　　　　　　　　　　　　　　　　　　　　　　　　　　　　　　　　　　　　　　　　　　　　　　　　　　　　　　　　　　　　　　　　　　　　　　　　　　　　　　　　　　　　　　　　　　　　　　　　　　　　　　　　　　　　　　　　　　　　　　　　　　　　　　　　　　　　　　　　　　　　　　　　　　　　　　　　　　　　　　　　　　　　　　　　　　　　　　　　　　　　　　　　　　　　　　　　　　　　　　　　　　　　　　　　　　　　　　　　　　　　　　　　　　　　　　　　　　　　　　　　　　　　　　　　　　　　　　　　　　　　　　　　　　　　　　　　　　　　　　　　　　　　　　　　　　　　　　　　　　　　　　　　　　　　　　　　　　　　　　　　　　　　　　　　　　　　　　　　　　　　　　　　　　　　　　　　　　　　　　　　　　　　　　　　　　　　　　　　　　　　　　　　　　　　　　　　　　　　　　　　　　　　　　　　　　　　　　　　　　　　　　　　　　　　　　　　　　　　　　　　　　　　　　　　　　　　　　　　　　　　　　　　　　　　　　　　　　　　　　　　　　　　　　　　　　　　　　　　　　　　　　　　　　　　　　　　　　　　　　　　　　　　　　　　　　　　　　　　　　　　　　　　　　　　　　　　　　　　　　　　　　　　　　　　　　　　　　　　　　　　　　　　　　　　　　　　　　　　　　　　　　　　　　　　　　　　　　　　　　　　　　　　　　　　　　　　　　　　　　　　　　　　　　　　　　　　　　　　　　　　　　　　　　　　　　　　　　　　　　　　　　　　　　　　　　　　　　　　　　　　　　　　　　　　　　　　　　　　　　　　　　　　　　　　　　　　　　　　　　　　　　　　　　　　　　　　　　　　　　　　　　　　　　　　　　　　　　　　　　　　　　　　　　　　　　　　　　　　　　　　　　　　　　　　　　　　　　　　　　　　　　　　　　　　　　　　　　　　　　　　　　　　　　　　　　　　　　　　　　　　　　　　　　　　　　　　　　　　　　　　　　　　　　　　　　　　　　　　　　　　　　　　　　　　　　　　　　　　　　　　　　　　　　　　　　　　　　　　　　　　　　　　　　　　　　　　　　　　　　　　　　　　　　　　　　　　　　　　　　　　　　　　　　　　　　　　　　　　　　　　　　　　　　　　　　　　　　　　　　　　　　　　　　　　　　　　　　　　　　　　　　　　　　　　　　　　　　　　　　　　　　　　　　　　　　　　　　　　　　　　　　　　　　　　　　　　　　　　　　　　　　　　　　　　　　　　　　　　　　　　　　　　　　　　　　　　　　　　　　　　　　　　　　　　　　　　　　　　　　　　　　　　　　　　　　　　　　　　　　　　　　　　　　　　　　　　　　　　　　　　　　　　　　　　　　　　　　　　　　　　　　　　　　　　　　　　　　　　　　　　　　　　　　　　　　　　　　　　　　　　　　　　　　　　　　　　　　　　　　　　　　　　　　　　　　　　　　　　　　　　　　　　　　　　　　　　　　　　　　　　　　　　　　　　　　　　　　　　　　　　　　　　　　　　　　　　　　　　　　　　　　　　　　　　　　　　　　　　　　　　　　　　　　　　　　　　　　　　　　　　　　　　　　　　　　　　　　　　　　　　　　　　　　　　　　　　　　　　　　　　　　　　　　　　　　　　　　　　　　　　　　　　　　　　　　　　　　　　　　　　　　　　　　　　　　　　　　　　　　　　　　　　　　　　　　　　　　　　　　　　　　　　　　　　　　　　　　　　　　　　　　　　　　　　　　　　　　　　　　　　　　　　　　　　　　　　　　　　　　　　　　　　　　　　　　　　　　　　　　　　　　　　　　　　　　　　　　　　　　　　　　　　　　　　　　　　　　　　　　　　　　　　　　　　　　　　　　　　　　　　　　　　　　　　　　　　　　　　　　　　　　　　　　　　　　　　　　　　　　　　　　　　　　　　　　　　　　　　　　　　　　　　　　　　　　　　　　　　　　　　　　　　　　　　　　　　　　　　　　　　　　　　　　　　　　　　　　　　　　　　　　　　　　　　　　　　　　　　　　　　　　　　　　　　　　　　　　　　　　　　　　　　　　　　　　　　　　　　　　　　　　　　　　　　　　　　　　　　　　　　　　　　　　　　　　　　　　　　　　　　　　　　　　　　　　　　　　　　　　　　　　　　　　　　　　　　　　　　　　　　　　　　　　　　　　　　　　　　　　　　　　　　　　　　　　　　　　　　　　　　　　　　　　　　　　　　　　　　　　　　　　　　　　　　　　　　　　　　　　　　　　　　　　　　　　　　　　　　　　　　　　　　　　　　　　　　　　　　　　　　　　　　　　　　　　　　　　　　　　　　　　　　　　　　　　　　　　　　　　　　　　　　　　　　　　　　　　　　　　　　　　　　　　　　　　　　　　　　　　　　　　　　　　　　　　　　　　　　　　　　　　　　　　　　　　　　　　　　　　　　　　　　　　　　　　　　　　　　　　　　　　　　　　　　　　　　　　　　　　　　　　　　　　　　　　　　　　　　　　　　　　　　　　　　　　　　　　　　　　　　　　　　　　　　　　　　　　　　　　　　　　　　　　　　　　　　　　　　　　　　　　　　　　　　　　　　　　　　　　　　　　　　　　　　　　　　　　　　　　　　　　　　　　　　　　　　　　　　　　　　　　　　　　　　　　　　　　　　　　　　　　　　　　　　　　　　　　　　　　　　　　　　　　　　　　　　　　　　　　　　　　　　　　　　　　　　　　　　　　　　　　　　　　　　　　　　　　　　　　　　　　　　　　　　　　　　　　　　　　　　　　　　　　　　　　　　　　　　　　　　　　　　　　　　　　　　　　　　　　　　　　　　　　　　　　　　　　　　　　　　　　　　　　　　　　　　　　　　　　　　　　　　　　　　　　　　　　　　　　　　　　　　　　　　　　　　　　　　　　　　　　　　　　　　　　　　　　　　　　　　　　　　　　　　　　　　　　　　　　　　　　　　　　　　　　　　　　　　　　　　　　　　　　　　　　　　　　　　　　　　　　　　　　　　　　　　　　　　　　　　　　　　　　　　　　　　　　　　　　　　　　　　　　　　　　　　　　　　　　　　　　　　　　　　　　　　　　　　　　　　　　　　　　　　　　　　　　　　　　　　　　　　　　　　　　　　　　　　　　　　　　　　　　　　　　　　　　　　　　　　　　　　　　　　　　　　　　　　　　　　　　　　　　　　　　　　　　　　　　　　　　　　　　　　　　　　　　　　　　　　　　　　　　　　　　　　　　　　　　　　　　　　　　　　　　　　　　　　　　　　　　　　　　　　　　　　　　　　　　　　　　　　　　　　　　　　　　　　　　　　　　　　　　　　　　　　　　　　　　　　　　　　　　　　　　　　　　　　　　　　　　　　　　　　　　　　　　　　　　　　　　　　　　　　　　　　　　　　　　　　　　　　　　　　　　　　　　　　　　　　　　　　　　　　　　　　　　　　　　　　　　　　　　　　　　　　　　　　　　　　　　　　　　　　　　　　　　　　　　　　　　　　　　　　　　　　　　　　　　　　　　　　　　　　　　　　　　　　　　　　　　　　　　　　　　　　　　　　　　　　　　　　　　　　　　　　　　　　　　　　　　　　　　　　　　　　　　　　　　　　　　　　　　　　　　　　　　　　　　　　　　　　　　　　　　　　　　　　　　　　　　　　　　　　　　　　　　　　　　　　　　　　　　　　　　　　　　　　　　　　　　　　　　　　　　　　　　　　　　　　　　　　　　　　　　　　　　　　　　　　　　　　　　　　　　　　　　　　　　　　　　　　　　　　　　　　　　　　　　　　　　　　　　　　　　　　　　　　　　　　　　　　　　　　　　　　　　　　　　　　　　　　　　　　　　　　　　　　　　　　　　　　　　　　　　　　　　　　　　　　　　　　　　　　　　　　　　　　　　　　　　　　　　　　　　　　　　　　　　　　　　　　　　　　　　　　　　　　　　　　　　　　　　　　　　　　　　　　　　　　　　　　　　　　　　　　　　　　　　　　　　　　　　　　　　　　　　　　　　　　　　　　　　　　　　　　　　　　　　　　　　　　　　　　　　　　　　　　　　　　　　　　　　　　　　　　　　　　　　　　　　　　　　　　　　　　　　　　　　　　　　　　　　　　　　　　　　　　　　　　　　　　　　　　　　　　　　　　　　　　　　　　　　　　　　　　　　　　　　　　　　　　　　　　　　　　　　　　　　　　　　　　　　　　　　　　　　　　　　　　　　　　　　　　　　　　　　　　　　　　　　　　　　　　　　　　　　　　　　　　　　　　　　　　　　　　　　　　　　　　　　　　　　　　　　　　　　　　　　　　　　　　　　　　　　　　　　　　　　　　　　　　　　　　　　　　　　　　　　　　　　　　　　　　　　　　　　　　　　　　　　　　　　　　　　　　　　　　　　　　　　　　　　　　　　　　　　　　　　　　　　　</a:t>
            </a:r>
          </a:p>
        </p:txBody>
      </p:sp>
      <p:pic>
        <p:nvPicPr>
          <p:cNvPr id="7" name="図 6">
            <a:extLst>
              <a:ext uri="{FF2B5EF4-FFF2-40B4-BE49-F238E27FC236}">
                <a16:creationId xmlns:a16="http://schemas.microsoft.com/office/drawing/2014/main" id="{D03FD0C1-C903-0BE4-6101-DF23CDBE8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4148" y="2420339"/>
            <a:ext cx="6643570" cy="3537699"/>
          </a:xfrm>
          <a:prstGeom prst="rect">
            <a:avLst/>
          </a:prstGeom>
        </p:spPr>
      </p:pic>
    </p:spTree>
    <p:extLst>
      <p:ext uri="{BB962C8B-B14F-4D97-AF65-F5344CB8AC3E}">
        <p14:creationId xmlns:p14="http://schemas.microsoft.com/office/powerpoint/2010/main" val="3617549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19752E-F1E1-EBC5-D65E-1FDBC7AAD2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1E8E83-8205-21B8-6547-9010321CBF15}"/>
              </a:ext>
            </a:extLst>
          </p:cNvPr>
          <p:cNvSpPr>
            <a:spLocks noGrp="1"/>
          </p:cNvSpPr>
          <p:nvPr>
            <p:ph type="title"/>
          </p:nvPr>
        </p:nvSpPr>
        <p:spPr>
          <a:xfrm>
            <a:off x="1381615" y="357576"/>
            <a:ext cx="8074815" cy="1618489"/>
          </a:xfrm>
        </p:spPr>
        <p:txBody>
          <a:bodyPr anchor="ctr">
            <a:normAutofit/>
          </a:bodyPr>
          <a:lstStyle/>
          <a:p>
            <a:pPr algn="ctr"/>
            <a:r>
              <a:rPr lang="ja-JP" altLang="en-US" sz="6000" dirty="0"/>
              <a:t>全体構成</a:t>
            </a:r>
            <a:endParaRPr kumimoji="1" lang="ja-JP" altLang="en-US" sz="6000" dirty="0"/>
          </a:p>
        </p:txBody>
      </p:sp>
      <p:sp>
        <p:nvSpPr>
          <p:cNvPr id="4" name="テキスト ボックス 3">
            <a:extLst>
              <a:ext uri="{FF2B5EF4-FFF2-40B4-BE49-F238E27FC236}">
                <a16:creationId xmlns:a16="http://schemas.microsoft.com/office/drawing/2014/main" id="{6073F19B-709F-4E18-E6BC-0E9329261934}"/>
              </a:ext>
            </a:extLst>
          </p:cNvPr>
          <p:cNvSpPr txBox="1"/>
          <p:nvPr/>
        </p:nvSpPr>
        <p:spPr>
          <a:xfrm>
            <a:off x="1328398" y="1134888"/>
            <a:ext cx="1386161" cy="646331"/>
          </a:xfrm>
          <a:prstGeom prst="rect">
            <a:avLst/>
          </a:prstGeom>
          <a:noFill/>
        </p:spPr>
        <p:txBody>
          <a:bodyPr wrap="square" rtlCol="0">
            <a:spAutoFit/>
          </a:bodyPr>
          <a:lstStyle/>
          <a:p>
            <a:pPr algn="ctr"/>
            <a:r>
              <a:rPr kumimoji="1" lang="en-US" altLang="ja-JP" sz="3600" dirty="0"/>
              <a:t>C#</a:t>
            </a:r>
            <a:endParaRPr kumimoji="1" lang="ja-JP" altLang="en-US" sz="3600" dirty="0"/>
          </a:p>
        </p:txBody>
      </p:sp>
      <p:sp>
        <p:nvSpPr>
          <p:cNvPr id="5" name="正方形/長方形 4">
            <a:extLst>
              <a:ext uri="{FF2B5EF4-FFF2-40B4-BE49-F238E27FC236}">
                <a16:creationId xmlns:a16="http://schemas.microsoft.com/office/drawing/2014/main" id="{0BD119B1-A2F8-81C1-0C57-3B7C51FF5CE9}"/>
              </a:ext>
            </a:extLst>
          </p:cNvPr>
          <p:cNvSpPr/>
          <p:nvPr/>
        </p:nvSpPr>
        <p:spPr>
          <a:xfrm>
            <a:off x="1010194" y="1117712"/>
            <a:ext cx="2050181"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03AA7838-F275-0B40-A5A8-72218331E164}"/>
              </a:ext>
            </a:extLst>
          </p:cNvPr>
          <p:cNvSpPr txBox="1"/>
          <p:nvPr/>
        </p:nvSpPr>
        <p:spPr>
          <a:xfrm>
            <a:off x="7473588" y="1106379"/>
            <a:ext cx="1783485" cy="646331"/>
          </a:xfrm>
          <a:prstGeom prst="rect">
            <a:avLst/>
          </a:prstGeom>
          <a:noFill/>
        </p:spPr>
        <p:txBody>
          <a:bodyPr wrap="square" rtlCol="0">
            <a:spAutoFit/>
          </a:bodyPr>
          <a:lstStyle/>
          <a:p>
            <a:pPr algn="ctr"/>
            <a:r>
              <a:rPr kumimoji="1" lang="en-US" altLang="ja-JP" sz="3600" dirty="0"/>
              <a:t>Python</a:t>
            </a:r>
            <a:endParaRPr kumimoji="1" lang="ja-JP" altLang="en-US" sz="3600" dirty="0"/>
          </a:p>
        </p:txBody>
      </p:sp>
      <p:sp>
        <p:nvSpPr>
          <p:cNvPr id="9" name="正方形/長方形 8">
            <a:extLst>
              <a:ext uri="{FF2B5EF4-FFF2-40B4-BE49-F238E27FC236}">
                <a16:creationId xmlns:a16="http://schemas.microsoft.com/office/drawing/2014/main" id="{17CF1D40-5263-02D2-420E-4A30F14CA670}"/>
              </a:ext>
            </a:extLst>
          </p:cNvPr>
          <p:cNvSpPr/>
          <p:nvPr/>
        </p:nvSpPr>
        <p:spPr>
          <a:xfrm>
            <a:off x="7406249" y="1112798"/>
            <a:ext cx="2050181" cy="6463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D6139A35-F97E-10A7-DBC6-CC96E569062B}"/>
              </a:ext>
            </a:extLst>
          </p:cNvPr>
          <p:cNvSpPr/>
          <p:nvPr/>
        </p:nvSpPr>
        <p:spPr>
          <a:xfrm>
            <a:off x="3762102" y="2258271"/>
            <a:ext cx="1462643"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コンテンツ プレースホルダー 15">
            <a:extLst>
              <a:ext uri="{FF2B5EF4-FFF2-40B4-BE49-F238E27FC236}">
                <a16:creationId xmlns:a16="http://schemas.microsoft.com/office/drawing/2014/main" id="{3A6A2281-1427-7AF9-13FB-E8D6453947FC}"/>
              </a:ext>
            </a:extLst>
          </p:cNvPr>
          <p:cNvSpPr>
            <a:spLocks noGrp="1"/>
          </p:cNvSpPr>
          <p:nvPr>
            <p:ph idx="1"/>
          </p:nvPr>
        </p:nvSpPr>
        <p:spPr>
          <a:xfrm>
            <a:off x="677334" y="5843451"/>
            <a:ext cx="896334" cy="197911"/>
          </a:xfrm>
        </p:spPr>
        <p:txBody>
          <a:bodyPr>
            <a:normAutofit fontScale="40000" lnSpcReduction="20000"/>
          </a:bodyPr>
          <a:lstStyle/>
          <a:p>
            <a:endParaRPr lang="ja-JP" altLang="en-US" dirty="0"/>
          </a:p>
        </p:txBody>
      </p:sp>
      <p:sp>
        <p:nvSpPr>
          <p:cNvPr id="17" name="テキスト ボックス 16">
            <a:extLst>
              <a:ext uri="{FF2B5EF4-FFF2-40B4-BE49-F238E27FC236}">
                <a16:creationId xmlns:a16="http://schemas.microsoft.com/office/drawing/2014/main" id="{FCA4D58D-BC2B-D56D-6E46-B2321A65989D}"/>
              </a:ext>
            </a:extLst>
          </p:cNvPr>
          <p:cNvSpPr txBox="1"/>
          <p:nvPr/>
        </p:nvSpPr>
        <p:spPr>
          <a:xfrm>
            <a:off x="3927566" y="3429000"/>
            <a:ext cx="1462643" cy="369332"/>
          </a:xfrm>
          <a:prstGeom prst="rect">
            <a:avLst/>
          </a:prstGeom>
          <a:noFill/>
        </p:spPr>
        <p:txBody>
          <a:bodyPr wrap="square" rtlCol="0">
            <a:spAutoFit/>
          </a:bodyPr>
          <a:lstStyle/>
          <a:p>
            <a:endParaRPr kumimoji="1" lang="ja-JP" altLang="en-US" dirty="0"/>
          </a:p>
        </p:txBody>
      </p:sp>
      <p:sp>
        <p:nvSpPr>
          <p:cNvPr id="18" name="正方形/長方形 17">
            <a:extLst>
              <a:ext uri="{FF2B5EF4-FFF2-40B4-BE49-F238E27FC236}">
                <a16:creationId xmlns:a16="http://schemas.microsoft.com/office/drawing/2014/main" id="{03EA0086-0C21-2437-BA35-3B9BC0D76E06}"/>
              </a:ext>
            </a:extLst>
          </p:cNvPr>
          <p:cNvSpPr/>
          <p:nvPr/>
        </p:nvSpPr>
        <p:spPr>
          <a:xfrm>
            <a:off x="1010194" y="1759131"/>
            <a:ext cx="2419896" cy="48332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428E2242-1B93-3822-89F4-C3F5250B9668}"/>
              </a:ext>
            </a:extLst>
          </p:cNvPr>
          <p:cNvSpPr/>
          <p:nvPr/>
        </p:nvSpPr>
        <p:spPr>
          <a:xfrm>
            <a:off x="5371898" y="1759131"/>
            <a:ext cx="4582007" cy="48332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テキスト ボックス 19">
            <a:extLst>
              <a:ext uri="{FF2B5EF4-FFF2-40B4-BE49-F238E27FC236}">
                <a16:creationId xmlns:a16="http://schemas.microsoft.com/office/drawing/2014/main" id="{C292B8E7-DED2-56FC-D958-CCC62D7DEC91}"/>
              </a:ext>
            </a:extLst>
          </p:cNvPr>
          <p:cNvSpPr txBox="1"/>
          <p:nvPr/>
        </p:nvSpPr>
        <p:spPr>
          <a:xfrm>
            <a:off x="5690103" y="1854256"/>
            <a:ext cx="1783485" cy="646331"/>
          </a:xfrm>
          <a:prstGeom prst="rect">
            <a:avLst/>
          </a:prstGeom>
          <a:noFill/>
        </p:spPr>
        <p:txBody>
          <a:bodyPr wrap="square" rtlCol="0">
            <a:spAutoFit/>
          </a:bodyPr>
          <a:lstStyle/>
          <a:p>
            <a:r>
              <a:rPr kumimoji="1" lang="ja-JP" altLang="en-US" dirty="0"/>
              <a:t>仮想環境</a:t>
            </a:r>
            <a:endParaRPr kumimoji="1" lang="en-US" altLang="ja-JP" dirty="0"/>
          </a:p>
          <a:p>
            <a:r>
              <a:rPr kumimoji="1" lang="en-US" altLang="ja-JP" dirty="0" err="1"/>
              <a:t>maicromamba</a:t>
            </a:r>
            <a:endParaRPr kumimoji="1" lang="ja-JP" altLang="en-US" dirty="0"/>
          </a:p>
        </p:txBody>
      </p:sp>
      <p:sp>
        <p:nvSpPr>
          <p:cNvPr id="23" name="テキスト ボックス 22">
            <a:extLst>
              <a:ext uri="{FF2B5EF4-FFF2-40B4-BE49-F238E27FC236}">
                <a16:creationId xmlns:a16="http://schemas.microsoft.com/office/drawing/2014/main" id="{3C54CF08-728D-B070-D7D0-FDCD43B118A4}"/>
              </a:ext>
            </a:extLst>
          </p:cNvPr>
          <p:cNvSpPr txBox="1"/>
          <p:nvPr/>
        </p:nvSpPr>
        <p:spPr>
          <a:xfrm>
            <a:off x="1368757" y="1976065"/>
            <a:ext cx="1783485" cy="369332"/>
          </a:xfrm>
          <a:prstGeom prst="rect">
            <a:avLst/>
          </a:prstGeom>
          <a:noFill/>
        </p:spPr>
        <p:txBody>
          <a:bodyPr wrap="square" rtlCol="0">
            <a:spAutoFit/>
          </a:bodyPr>
          <a:lstStyle/>
          <a:p>
            <a:r>
              <a:rPr kumimoji="1" lang="en-US" altLang="ja-JP" dirty="0"/>
              <a:t>Unity</a:t>
            </a:r>
            <a:endParaRPr kumimoji="1" lang="ja-JP" altLang="en-US" dirty="0"/>
          </a:p>
        </p:txBody>
      </p:sp>
      <p:sp>
        <p:nvSpPr>
          <p:cNvPr id="24" name="テキスト ボックス 23">
            <a:extLst>
              <a:ext uri="{FF2B5EF4-FFF2-40B4-BE49-F238E27FC236}">
                <a16:creationId xmlns:a16="http://schemas.microsoft.com/office/drawing/2014/main" id="{DD597F11-0C19-44B1-7850-651ABE42784B}"/>
              </a:ext>
            </a:extLst>
          </p:cNvPr>
          <p:cNvSpPr txBox="1"/>
          <p:nvPr/>
        </p:nvSpPr>
        <p:spPr>
          <a:xfrm>
            <a:off x="5556757" y="3562366"/>
            <a:ext cx="2092536" cy="923330"/>
          </a:xfrm>
          <a:prstGeom prst="rect">
            <a:avLst/>
          </a:prstGeom>
          <a:noFill/>
        </p:spPr>
        <p:txBody>
          <a:bodyPr wrap="square" rtlCol="0">
            <a:spAutoFit/>
          </a:bodyPr>
          <a:lstStyle/>
          <a:p>
            <a:r>
              <a:rPr kumimoji="1" lang="en-US" altLang="ja-JP" dirty="0"/>
              <a:t>Nodes</a:t>
            </a:r>
            <a:r>
              <a:rPr kumimoji="1" lang="ja-JP" altLang="en-US" dirty="0"/>
              <a:t>を元に</a:t>
            </a:r>
            <a:r>
              <a:rPr kumimoji="1" lang="en-US" altLang="ja-JP" dirty="0" err="1"/>
              <a:t>MusicXML</a:t>
            </a:r>
            <a:r>
              <a:rPr kumimoji="1" lang="ja-JP" altLang="en-US" dirty="0"/>
              <a:t>ファイルを作成</a:t>
            </a:r>
          </a:p>
        </p:txBody>
      </p:sp>
      <p:sp>
        <p:nvSpPr>
          <p:cNvPr id="25" name="テキスト ボックス 24">
            <a:extLst>
              <a:ext uri="{FF2B5EF4-FFF2-40B4-BE49-F238E27FC236}">
                <a16:creationId xmlns:a16="http://schemas.microsoft.com/office/drawing/2014/main" id="{097148A3-08B4-0D93-C3A8-F8F416371A48}"/>
              </a:ext>
            </a:extLst>
          </p:cNvPr>
          <p:cNvSpPr txBox="1"/>
          <p:nvPr/>
        </p:nvSpPr>
        <p:spPr>
          <a:xfrm>
            <a:off x="1230324" y="2500587"/>
            <a:ext cx="1783485" cy="646331"/>
          </a:xfrm>
          <a:prstGeom prst="rect">
            <a:avLst/>
          </a:prstGeom>
          <a:noFill/>
        </p:spPr>
        <p:txBody>
          <a:bodyPr wrap="square" rtlCol="0">
            <a:spAutoFit/>
          </a:bodyPr>
          <a:lstStyle/>
          <a:p>
            <a:r>
              <a:rPr kumimoji="1" lang="ja-JP" altLang="en-US" dirty="0"/>
              <a:t>音符リスト</a:t>
            </a:r>
            <a:br>
              <a:rPr kumimoji="1" lang="en-US" altLang="ja-JP" dirty="0"/>
            </a:br>
            <a:r>
              <a:rPr kumimoji="1" lang="en-US" altLang="ja-JP" dirty="0"/>
              <a:t>_Nodes</a:t>
            </a:r>
            <a:r>
              <a:rPr kumimoji="1" lang="ja-JP" altLang="en-US" dirty="0"/>
              <a:t>を作成</a:t>
            </a:r>
          </a:p>
        </p:txBody>
      </p:sp>
      <p:sp>
        <p:nvSpPr>
          <p:cNvPr id="26" name="テキスト ボックス 25">
            <a:extLst>
              <a:ext uri="{FF2B5EF4-FFF2-40B4-BE49-F238E27FC236}">
                <a16:creationId xmlns:a16="http://schemas.microsoft.com/office/drawing/2014/main" id="{0481F72E-4F5D-06C4-5EF5-10C5506A18DA}"/>
              </a:ext>
            </a:extLst>
          </p:cNvPr>
          <p:cNvSpPr txBox="1"/>
          <p:nvPr/>
        </p:nvSpPr>
        <p:spPr>
          <a:xfrm>
            <a:off x="7649293" y="3528313"/>
            <a:ext cx="2092536" cy="923330"/>
          </a:xfrm>
          <a:prstGeom prst="rect">
            <a:avLst/>
          </a:prstGeom>
          <a:noFill/>
        </p:spPr>
        <p:txBody>
          <a:bodyPr wrap="square" rtlCol="0">
            <a:spAutoFit/>
          </a:bodyPr>
          <a:lstStyle/>
          <a:p>
            <a:r>
              <a:rPr kumimoji="1" lang="en-US" altLang="ja-JP" dirty="0" err="1"/>
              <a:t>MusicXML</a:t>
            </a:r>
            <a:r>
              <a:rPr kumimoji="1" lang="ja-JP" altLang="en-US" dirty="0"/>
              <a:t>ファイルを</a:t>
            </a:r>
            <a:r>
              <a:rPr kumimoji="1" lang="en-US" altLang="ja-JP" dirty="0"/>
              <a:t>MIDI</a:t>
            </a:r>
            <a:r>
              <a:rPr kumimoji="1" lang="ja-JP" altLang="en-US" dirty="0"/>
              <a:t>ファイルに変換</a:t>
            </a:r>
          </a:p>
        </p:txBody>
      </p:sp>
      <p:sp>
        <p:nvSpPr>
          <p:cNvPr id="27" name="正方形/長方形 26">
            <a:extLst>
              <a:ext uri="{FF2B5EF4-FFF2-40B4-BE49-F238E27FC236}">
                <a16:creationId xmlns:a16="http://schemas.microsoft.com/office/drawing/2014/main" id="{87125690-E4D7-3EEA-F6B6-DFCB076D2476}"/>
              </a:ext>
            </a:extLst>
          </p:cNvPr>
          <p:cNvSpPr/>
          <p:nvPr/>
        </p:nvSpPr>
        <p:spPr>
          <a:xfrm>
            <a:off x="5495109" y="3562366"/>
            <a:ext cx="2050181" cy="99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5E69658D-3DB1-EE32-A52A-2F4D3BD1FA0E}"/>
              </a:ext>
            </a:extLst>
          </p:cNvPr>
          <p:cNvSpPr/>
          <p:nvPr/>
        </p:nvSpPr>
        <p:spPr>
          <a:xfrm>
            <a:off x="7692443" y="3541155"/>
            <a:ext cx="2050181" cy="99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D094C87A-85DF-13D0-B793-A5CB94DCDF95}"/>
              </a:ext>
            </a:extLst>
          </p:cNvPr>
          <p:cNvSpPr/>
          <p:nvPr/>
        </p:nvSpPr>
        <p:spPr>
          <a:xfrm>
            <a:off x="1159605" y="2416389"/>
            <a:ext cx="1880331" cy="99221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06032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DE36F7-5AEA-DF91-C0CF-63B4DF2248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A11C7C-A421-5627-711E-821C91063026}"/>
              </a:ext>
            </a:extLst>
          </p:cNvPr>
          <p:cNvSpPr>
            <a:spLocks noGrp="1"/>
          </p:cNvSpPr>
          <p:nvPr>
            <p:ph type="title"/>
          </p:nvPr>
        </p:nvSpPr>
        <p:spPr>
          <a:xfrm>
            <a:off x="1285240" y="1050595"/>
            <a:ext cx="8074815" cy="1618489"/>
          </a:xfrm>
        </p:spPr>
        <p:txBody>
          <a:bodyPr anchor="ctr">
            <a:normAutofit/>
          </a:bodyPr>
          <a:lstStyle/>
          <a:p>
            <a:pPr algn="ctr"/>
            <a:r>
              <a:rPr lang="ja-JP" altLang="en-US" sz="6000" dirty="0"/>
              <a:t>全体構成</a:t>
            </a:r>
            <a:endParaRPr kumimoji="1" lang="ja-JP" altLang="en-US" sz="6000" dirty="0"/>
          </a:p>
        </p:txBody>
      </p:sp>
      <p:sp>
        <p:nvSpPr>
          <p:cNvPr id="3" name="コンテンツ プレースホルダー 2">
            <a:extLst>
              <a:ext uri="{FF2B5EF4-FFF2-40B4-BE49-F238E27FC236}">
                <a16:creationId xmlns:a16="http://schemas.microsoft.com/office/drawing/2014/main" id="{206195BB-B3C1-3A2E-A3E1-BCB739E1619F}"/>
              </a:ext>
            </a:extLst>
          </p:cNvPr>
          <p:cNvSpPr>
            <a:spLocks noGrp="1"/>
          </p:cNvSpPr>
          <p:nvPr>
            <p:ph idx="1"/>
          </p:nvPr>
        </p:nvSpPr>
        <p:spPr>
          <a:xfrm>
            <a:off x="1285240" y="2969469"/>
            <a:ext cx="8074815" cy="2800395"/>
          </a:xfrm>
        </p:spPr>
        <p:txBody>
          <a:bodyPr anchor="t">
            <a:normAutofit/>
          </a:bodyPr>
          <a:lstStyle/>
          <a:p>
            <a:endParaRPr kumimoji="1" lang="ja-JP" altLang="en-US" sz="2400" dirty="0"/>
          </a:p>
        </p:txBody>
      </p:sp>
    </p:spTree>
    <p:extLst>
      <p:ext uri="{BB962C8B-B14F-4D97-AF65-F5344CB8AC3E}">
        <p14:creationId xmlns:p14="http://schemas.microsoft.com/office/powerpoint/2010/main" val="10829434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26CFA2-05F5-EDF7-03EF-D784C54F9D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525B7C-76D2-FB88-417B-800751D7E1E8}"/>
              </a:ext>
            </a:extLst>
          </p:cNvPr>
          <p:cNvSpPr>
            <a:spLocks noGrp="1"/>
          </p:cNvSpPr>
          <p:nvPr>
            <p:ph type="title"/>
          </p:nvPr>
        </p:nvSpPr>
        <p:spPr>
          <a:xfrm>
            <a:off x="1285240" y="1050595"/>
            <a:ext cx="8074815" cy="1618489"/>
          </a:xfrm>
        </p:spPr>
        <p:txBody>
          <a:bodyPr anchor="ctr">
            <a:normAutofit/>
          </a:bodyPr>
          <a:lstStyle/>
          <a:p>
            <a:pPr algn="ctr"/>
            <a:r>
              <a:rPr kumimoji="1" lang="ja-JP" altLang="en-US" sz="6000" dirty="0"/>
              <a:t>制作スケジュール</a:t>
            </a:r>
          </a:p>
        </p:txBody>
      </p:sp>
      <p:sp>
        <p:nvSpPr>
          <p:cNvPr id="3" name="コンテンツ プレースホルダー 2">
            <a:extLst>
              <a:ext uri="{FF2B5EF4-FFF2-40B4-BE49-F238E27FC236}">
                <a16:creationId xmlns:a16="http://schemas.microsoft.com/office/drawing/2014/main" id="{DACB8269-9D23-4B30-8CEF-98A1E7A45C92}"/>
              </a:ext>
            </a:extLst>
          </p:cNvPr>
          <p:cNvSpPr>
            <a:spLocks noGrp="1"/>
          </p:cNvSpPr>
          <p:nvPr>
            <p:ph idx="1"/>
          </p:nvPr>
        </p:nvSpPr>
        <p:spPr>
          <a:xfrm>
            <a:off x="1285240" y="2969469"/>
            <a:ext cx="8074815" cy="2800395"/>
          </a:xfrm>
        </p:spPr>
        <p:txBody>
          <a:bodyPr anchor="t">
            <a:normAutofit/>
          </a:bodyPr>
          <a:lstStyle/>
          <a:p>
            <a:endParaRPr kumimoji="1" lang="ja-JP" altLang="en-US" sz="2400" dirty="0"/>
          </a:p>
        </p:txBody>
      </p:sp>
    </p:spTree>
    <p:extLst>
      <p:ext uri="{BB962C8B-B14F-4D97-AF65-F5344CB8AC3E}">
        <p14:creationId xmlns:p14="http://schemas.microsoft.com/office/powerpoint/2010/main" val="2122248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953EBA-11E6-E901-3763-0B40357F558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DFC5680-D8F3-1061-DF0C-917907A4BA37}"/>
              </a:ext>
            </a:extLst>
          </p:cNvPr>
          <p:cNvSpPr>
            <a:spLocks noGrp="1"/>
          </p:cNvSpPr>
          <p:nvPr>
            <p:ph type="title"/>
          </p:nvPr>
        </p:nvSpPr>
        <p:spPr>
          <a:xfrm>
            <a:off x="1285240" y="1050595"/>
            <a:ext cx="8074815" cy="1618489"/>
          </a:xfrm>
        </p:spPr>
        <p:txBody>
          <a:bodyPr anchor="ctr">
            <a:normAutofit/>
          </a:bodyPr>
          <a:lstStyle/>
          <a:p>
            <a:pPr algn="ctr"/>
            <a:r>
              <a:rPr kumimoji="1" lang="ja-JP" altLang="en-US" sz="6000" dirty="0"/>
              <a:t>総評</a:t>
            </a:r>
          </a:p>
        </p:txBody>
      </p:sp>
      <p:sp>
        <p:nvSpPr>
          <p:cNvPr id="3" name="コンテンツ プレースホルダー 2">
            <a:extLst>
              <a:ext uri="{FF2B5EF4-FFF2-40B4-BE49-F238E27FC236}">
                <a16:creationId xmlns:a16="http://schemas.microsoft.com/office/drawing/2014/main" id="{602F7124-29A1-C17D-5188-23CE37AE9DF4}"/>
              </a:ext>
            </a:extLst>
          </p:cNvPr>
          <p:cNvSpPr>
            <a:spLocks noGrp="1"/>
          </p:cNvSpPr>
          <p:nvPr>
            <p:ph idx="1"/>
          </p:nvPr>
        </p:nvSpPr>
        <p:spPr>
          <a:xfrm>
            <a:off x="1285240" y="2969469"/>
            <a:ext cx="8074815" cy="2800395"/>
          </a:xfrm>
        </p:spPr>
        <p:txBody>
          <a:bodyPr anchor="t">
            <a:normAutofit/>
          </a:bodyPr>
          <a:lstStyle/>
          <a:p>
            <a:endParaRPr kumimoji="1" lang="ja-JP" altLang="en-US" sz="2400" dirty="0"/>
          </a:p>
        </p:txBody>
      </p:sp>
    </p:spTree>
    <p:extLst>
      <p:ext uri="{BB962C8B-B14F-4D97-AF65-F5344CB8AC3E}">
        <p14:creationId xmlns:p14="http://schemas.microsoft.com/office/powerpoint/2010/main" val="3792764140"/>
      </p:ext>
    </p:extLst>
  </p:cSld>
  <p:clrMapOvr>
    <a:masterClrMapping/>
  </p:clrMapOvr>
</p:sld>
</file>

<file path=ppt/theme/theme1.xml><?xml version="1.0" encoding="utf-8"?>
<a:theme xmlns:a="http://schemas.openxmlformats.org/drawingml/2006/main" name="ファセット">
  <a:themeElements>
    <a:clrScheme name="ファセット">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373</TotalTime>
  <Words>219</Words>
  <Application>Microsoft Office PowerPoint</Application>
  <PresentationFormat>ワイド画面</PresentationFormat>
  <Paragraphs>27</Paragraphs>
  <Slides>10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Arial</vt:lpstr>
      <vt:lpstr>Trebuchet MS</vt:lpstr>
      <vt:lpstr>Wingdings 3</vt:lpstr>
      <vt:lpstr>ファセット</vt:lpstr>
      <vt:lpstr>短い楽曲フレーズにおける感情測定</vt:lpstr>
      <vt:lpstr>概要</vt:lpstr>
      <vt:lpstr>テーマ決定の動機</vt:lpstr>
      <vt:lpstr>開発の初期目標</vt:lpstr>
      <vt:lpstr>開発の初期目標の問題点</vt:lpstr>
      <vt:lpstr>改善後の概要</vt:lpstr>
      <vt:lpstr>全体構成</vt:lpstr>
      <vt:lpstr>全体構成</vt:lpstr>
      <vt:lpstr>制作スケジュール</vt:lpstr>
      <vt:lpstr>総評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時永 洋輔</dc:creator>
  <cp:lastModifiedBy>洋輔 時永</cp:lastModifiedBy>
  <cp:revision>8</cp:revision>
  <dcterms:created xsi:type="dcterms:W3CDTF">2026-02-12T00:32:25Z</dcterms:created>
  <dcterms:modified xsi:type="dcterms:W3CDTF">2026-02-14T11:05:31Z</dcterms:modified>
</cp:coreProperties>
</file>