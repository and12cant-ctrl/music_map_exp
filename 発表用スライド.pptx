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3" r:id="rId5"/>
    <p:sldId id="264" r:id="rId6"/>
    <p:sldId id="267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0BD-1168-4E9D-8CE7-0332C6AB0A70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9FA3-BFD5-4FD1-8396-EF2A4CF690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9724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0BD-1168-4E9D-8CE7-0332C6AB0A70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9FA3-BFD5-4FD1-8396-EF2A4CF690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8021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0BD-1168-4E9D-8CE7-0332C6AB0A70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9FA3-BFD5-4FD1-8396-EF2A4CF690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9429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0BD-1168-4E9D-8CE7-0332C6AB0A70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9FA3-BFD5-4FD1-8396-EF2A4CF690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9033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0BD-1168-4E9D-8CE7-0332C6AB0A70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9FA3-BFD5-4FD1-8396-EF2A4CF690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6560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0BD-1168-4E9D-8CE7-0332C6AB0A70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9FA3-BFD5-4FD1-8396-EF2A4CF690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1905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0BD-1168-4E9D-8CE7-0332C6AB0A70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9FA3-BFD5-4FD1-8396-EF2A4CF690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206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0BD-1168-4E9D-8CE7-0332C6AB0A70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9FA3-BFD5-4FD1-8396-EF2A4CF690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9775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0BD-1168-4E9D-8CE7-0332C6AB0A70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9FA3-BFD5-4FD1-8396-EF2A4CF690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9620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0BD-1168-4E9D-8CE7-0332C6AB0A70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9FA3-BFD5-4FD1-8396-EF2A4CF690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6252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0BD-1168-4E9D-8CE7-0332C6AB0A70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9FA3-BFD5-4FD1-8396-EF2A4CF690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1004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F00BD-1168-4E9D-8CE7-0332C6AB0A70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99FA3-BFD5-4FD1-8396-EF2A4CF690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2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EB0B2EB-A16B-A892-BCC5-EB58EEB8A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301542"/>
            <a:ext cx="9231410" cy="3542045"/>
          </a:xfrm>
        </p:spPr>
        <p:txBody>
          <a:bodyPr anchor="b">
            <a:normAutofit/>
          </a:bodyPr>
          <a:lstStyle/>
          <a:p>
            <a:r>
              <a:rPr lang="ja-JP" altLang="en-US" sz="7200" dirty="0"/>
              <a:t>短い楽曲フレーズにおける</a:t>
            </a:r>
            <a:r>
              <a:rPr kumimoji="1" lang="ja-JP" altLang="en-US" sz="7200" dirty="0"/>
              <a:t>感情測定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B38CCDC-1B44-3786-FD9E-B7215BD07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kumimoji="1" lang="en-US" altLang="ja-JP" sz="4400" dirty="0"/>
              <a:t>230024</a:t>
            </a:r>
            <a:r>
              <a:rPr kumimoji="1" lang="ja-JP" altLang="en-US" sz="4400" dirty="0"/>
              <a:t>　時永洋輔</a:t>
            </a:r>
          </a:p>
        </p:txBody>
      </p:sp>
    </p:spTree>
    <p:extLst>
      <p:ext uri="{BB962C8B-B14F-4D97-AF65-F5344CB8AC3E}">
        <p14:creationId xmlns:p14="http://schemas.microsoft.com/office/powerpoint/2010/main" val="4197545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558DCF9-FE59-CD00-A7D4-748E74EAB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pPr algn="ctr"/>
            <a:r>
              <a:rPr lang="ja-JP" altLang="en-US" sz="6000" dirty="0"/>
              <a:t>概要</a:t>
            </a:r>
            <a:endParaRPr kumimoji="1" lang="ja-JP" altLang="en-US" sz="6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2D6310-FE04-DE1A-B9A2-AC330D880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12395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77268-5080-2000-F745-EBF88C88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9013A91-E1F4-73C4-31A9-AC7757B71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F585C64A-C688-197E-5027-E206C61B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3AFBB6-A537-0610-1A7F-EDDD71802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BAFE9A3-41C6-FDAC-872D-845908035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pPr algn="ctr"/>
            <a:r>
              <a:rPr lang="ja-JP" altLang="en-US" sz="6000" dirty="0"/>
              <a:t>テーマ決定の動機</a:t>
            </a:r>
            <a:endParaRPr kumimoji="1" lang="ja-JP" altLang="en-US" sz="6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E3AE15-AEDA-A5E4-9C3A-AFA52638D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48987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B6AAB-382E-FE41-6430-1FC3D801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E1D0479-84DB-8F04-51D6-E6E76CFE4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823417B6-5548-E25A-BC42-DD7DA1B2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C1FF126-BA55-6E32-FD5D-2F0B64ECE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5A5AFD4-F3A8-148D-B475-4E648DCBA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pPr algn="ctr"/>
            <a:r>
              <a:rPr lang="ja-JP" altLang="en-US" sz="6000" dirty="0"/>
              <a:t>開発の目標</a:t>
            </a:r>
            <a:endParaRPr kumimoji="1" lang="ja-JP" altLang="en-US" sz="6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2ECC2E-CA2B-8BDF-EF90-F64FF03EE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77857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9752E-F1E1-EBC5-D65E-1FDBC7AAD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576C003-1AA2-6B82-60A7-BA3440BE3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1C14F7B6-80DC-A029-8D23-F4352459A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7F2A9F-4331-F886-B420-CBC952D2A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21E8E83-8205-21B8-6547-9010321CB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pPr algn="ctr"/>
            <a:r>
              <a:rPr lang="ja-JP" altLang="en-US" sz="6000" dirty="0"/>
              <a:t>全体構成</a:t>
            </a:r>
            <a:endParaRPr kumimoji="1" lang="ja-JP" altLang="en-US" sz="6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32A868-BDA4-1339-03D8-9BE5F2651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06032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DE36F7-5AEA-DF91-C0CF-63B4DF22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7E49121C-4EA7-89BE-A374-2B4E17FB5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A26C6F9A-D505-7D8A-FF07-0F5722EB7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5B245A-76CB-BC44-8C1A-DCB15D898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5A11C7C-A421-5627-711E-821C91063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pPr algn="ctr"/>
            <a:r>
              <a:rPr lang="ja-JP" altLang="en-US" sz="6000" dirty="0"/>
              <a:t>全体構成</a:t>
            </a:r>
            <a:endParaRPr kumimoji="1" lang="ja-JP" altLang="en-US" sz="6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6195BB-B3C1-3A2E-A3E1-BCB739E16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82943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6CFA2-05F5-EDF7-03EF-D784C54F9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686A5035-3BF7-216C-8F9D-DE8582FA6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0F7839DD-5C8E-40BC-A89F-A2C069B95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27648A-C44E-6E93-3497-3EB151FE7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9525B7C-76D2-FB88-417B-800751D7E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pPr algn="ctr"/>
            <a:r>
              <a:rPr kumimoji="1" lang="ja-JP" altLang="en-US" sz="6000" dirty="0"/>
              <a:t>制作スケジュール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CB8269-9D23-4B30-8CEF-98A1E7A45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22248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53EBA-11E6-E901-3763-0B40357F5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AF33AF2-7982-C559-3A6D-6FC866AD6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EA5DBDB9-5A9A-A6A8-5148-16187BD40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F3A5E2-8E72-68E4-A4F6-D7D1041C6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FC5680-D8F3-1061-DF0C-917907A4B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pPr algn="ctr"/>
            <a:r>
              <a:rPr kumimoji="1" lang="ja-JP" altLang="en-US" sz="6000" dirty="0"/>
              <a:t>総評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2F7124-29A1-C17D-5188-23CE37AE9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92764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</TotalTime>
  <Words>54</Words>
  <Application>Microsoft Office PowerPoint</Application>
  <PresentationFormat>ワイド画面</PresentationFormat>
  <Paragraphs>9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2013 - 2022 テーマ</vt:lpstr>
      <vt:lpstr>短い楽曲フレーズにおける感情測定</vt:lpstr>
      <vt:lpstr>概要</vt:lpstr>
      <vt:lpstr>テーマ決定の動機</vt:lpstr>
      <vt:lpstr>開発の目標</vt:lpstr>
      <vt:lpstr>全体構成</vt:lpstr>
      <vt:lpstr>全体構成</vt:lpstr>
      <vt:lpstr>制作スケジュール</vt:lpstr>
      <vt:lpstr>総評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時永 洋輔</dc:creator>
  <cp:lastModifiedBy>時永 洋輔</cp:lastModifiedBy>
  <cp:revision>1</cp:revision>
  <dcterms:created xsi:type="dcterms:W3CDTF">2026-02-12T00:32:25Z</dcterms:created>
  <dcterms:modified xsi:type="dcterms:W3CDTF">2026-02-12T00:48:09Z</dcterms:modified>
</cp:coreProperties>
</file>